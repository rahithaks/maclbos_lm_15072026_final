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8412480"/>
  <p:notesSz cx="841248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A83678"/>
          </a:solidFill>
          <a:ln w="12700">
            <a:solidFill>
              <a:srgbClr val="A8367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2011680" cy="50292"/>
          </a:xfrm>
          <a:prstGeom prst="rect">
            <a:avLst/>
          </a:prstGeom>
          <a:solidFill>
            <a:srgbClr val="A83678"/>
          </a:solidFill>
          <a:ln w="12700">
            <a:solidFill>
              <a:srgbClr val="A8367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11680" y="82296"/>
            <a:ext cx="2468880" cy="50292"/>
          </a:xfrm>
          <a:prstGeom prst="rect">
            <a:avLst/>
          </a:prstGeom>
          <a:solidFill>
            <a:srgbClr val="F08A21"/>
          </a:solidFill>
          <a:ln w="12700">
            <a:solidFill>
              <a:srgbClr val="F08A2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80560" y="82296"/>
            <a:ext cx="2834640" cy="50292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0" y="82296"/>
            <a:ext cx="2103120" cy="5029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0" y="82296"/>
            <a:ext cx="2773375" cy="50292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1051560" y="146304"/>
            <a:ext cx="6309360" cy="2697480"/>
          </a:xfrm>
          <a:prstGeom prst="arc">
            <a:avLst/>
          </a:prstGeom>
          <a:solidFill>
            <a:srgbClr val="F6EFF3">
              <a:alpha val="72000"/>
            </a:srgbClr>
          </a:solidFill>
          <a:ln w="12700">
            <a:solidFill>
              <a:srgbClr val="F6EFF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0" y="182880"/>
            <a:ext cx="6309360" cy="2971800"/>
          </a:xfrm>
          <a:prstGeom prst="arc">
            <a:avLst/>
          </a:prstGeom>
          <a:solidFill>
            <a:srgbClr val="F6EFF3">
              <a:alpha val="72000"/>
            </a:srgbClr>
          </a:solidFill>
          <a:ln w="12700">
            <a:solidFill>
              <a:srgbClr val="F6EFF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32304" y="301752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500" b="1" i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Metrics {{report_month}}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0853928" y="274320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853928" y="786384"/>
            <a:ext cx="9875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60" b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future-ready.</a:t>
            </a:r>
            <a:endParaRPr lang="en-US" sz="460" dirty="0"/>
          </a:p>
        </p:txBody>
      </p:sp>
      <p:sp>
        <p:nvSpPr>
          <p:cNvPr id="13" name="Shape 11"/>
          <p:cNvSpPr/>
          <p:nvPr/>
        </p:nvSpPr>
        <p:spPr>
          <a:xfrm>
            <a:off x="2834640" y="832104"/>
            <a:ext cx="804672" cy="438912"/>
          </a:xfrm>
          <a:prstGeom prst="rect">
            <a:avLst/>
          </a:prstGeom>
          <a:solidFill>
            <a:srgbClr val="006578"/>
          </a:solidFill>
          <a:ln w="12700">
            <a:solidFill>
              <a:srgbClr val="006578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4640" y="946404"/>
            <a:ext cx="804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877056" y="832104"/>
            <a:ext cx="804672" cy="438912"/>
          </a:xfrm>
          <a:prstGeom prst="rect">
            <a:avLst/>
          </a:prstGeom>
          <a:solidFill>
            <a:srgbClr val="EE9AB8"/>
          </a:solidFill>
          <a:ln w="12700">
            <a:solidFill>
              <a:srgbClr val="EE9AB8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77056" y="946404"/>
            <a:ext cx="804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919472" y="832104"/>
            <a:ext cx="804672" cy="438912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9472" y="946404"/>
            <a:ext cx="804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961888" y="832104"/>
            <a:ext cx="804672" cy="438912"/>
          </a:xfrm>
          <a:prstGeom prst="rect">
            <a:avLst/>
          </a:prstGeom>
          <a:solidFill>
            <a:srgbClr val="59A587"/>
          </a:solidFill>
          <a:ln w="12700">
            <a:solidFill>
              <a:srgbClr val="59A587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61888" y="946404"/>
            <a:ext cx="804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9184" y="1389888"/>
            <a:ext cx="11539728" cy="6428232"/>
          </a:xfrm>
          <a:prstGeom prst="rect">
            <a:avLst/>
          </a:prstGeom>
          <a:solidFill>
            <a:srgbClr val="D9D9D9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146304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/ info to GLs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92240" y="1472184"/>
            <a:ext cx="4937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Green: current plan-excel scope  •  Red: Phase 2 / out of scope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29768" y="17830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1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/ Revenue:</a:t>
            </a:r>
            <a:endParaRPr lang="en-US" sz="910" dirty="0"/>
          </a:p>
        </p:txBody>
      </p:sp>
      <p:sp>
        <p:nvSpPr>
          <p:cNvPr id="25" name="Text 23"/>
          <p:cNvSpPr/>
          <p:nvPr/>
        </p:nvSpPr>
        <p:spPr>
          <a:xfrm>
            <a:off x="566928" y="1984248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{{budget_revenue_summary}}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{{budget_revenue_scope_lines}}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429768" y="254203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1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Utilization:</a:t>
            </a:r>
            <a:endParaRPr lang="en-US" sz="910" dirty="0"/>
          </a:p>
        </p:txBody>
      </p:sp>
      <p:sp>
        <p:nvSpPr>
          <p:cNvPr id="27" name="Text 25"/>
          <p:cNvSpPr/>
          <p:nvPr/>
        </p:nvSpPr>
        <p:spPr>
          <a:xfrm>
            <a:off x="566928" y="2743200"/>
            <a:ext cx="109728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{{internal_utilization_summary}}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{{internal_utilization_scope_lines}}</a:t>
            </a:r>
            <a:endParaRPr lang="en-US" sz="720" dirty="0"/>
          </a:p>
        </p:txBody>
      </p:sp>
      <p:sp>
        <p:nvSpPr>
          <p:cNvPr id="28" name="Text 26"/>
          <p:cNvSpPr/>
          <p:nvPr/>
        </p:nvSpPr>
        <p:spPr>
          <a:xfrm>
            <a:off x="429768" y="324612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1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Utilization:</a:t>
            </a:r>
            <a:endParaRPr lang="en-US" sz="910" dirty="0"/>
          </a:p>
        </p:txBody>
      </p:sp>
      <p:sp>
        <p:nvSpPr>
          <p:cNvPr id="29" name="Text 27"/>
          <p:cNvSpPr/>
          <p:nvPr/>
        </p:nvSpPr>
        <p:spPr>
          <a:xfrm>
            <a:off x="566928" y="3447288"/>
            <a:ext cx="109728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{{external_utilization_summary}}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{{external_utilization_scope_lines}}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429768" y="395020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1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(Internal + External):</a:t>
            </a:r>
            <a:endParaRPr lang="en-US" sz="910" dirty="0"/>
          </a:p>
        </p:txBody>
      </p:sp>
      <p:sp>
        <p:nvSpPr>
          <p:cNvPr id="31" name="Text 29"/>
          <p:cNvSpPr/>
          <p:nvPr/>
        </p:nvSpPr>
        <p:spPr>
          <a:xfrm>
            <a:off x="566928" y="4151376"/>
            <a:ext cx="109728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{{capacity_summary}}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{{capacity_scope_lines}}</a:t>
            </a:r>
            <a:endParaRPr lang="en-US" sz="720" dirty="0"/>
          </a:p>
        </p:txBody>
      </p:sp>
      <p:sp>
        <p:nvSpPr>
          <p:cNvPr id="32" name="Text 30"/>
          <p:cNvSpPr/>
          <p:nvPr/>
        </p:nvSpPr>
        <p:spPr>
          <a:xfrm>
            <a:off x="429768" y="465429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10" b="1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EBIT:</a:t>
            </a:r>
            <a:endParaRPr lang="en-US" sz="910" dirty="0"/>
          </a:p>
        </p:txBody>
      </p:sp>
      <p:sp>
        <p:nvSpPr>
          <p:cNvPr id="33" name="Text 31"/>
          <p:cNvSpPr/>
          <p:nvPr/>
        </p:nvSpPr>
        <p:spPr>
          <a:xfrm>
            <a:off x="566928" y="48554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{{ebit_phase_2_scope_note}}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429768" y="518464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10" b="1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Capex:</a:t>
            </a:r>
            <a:endParaRPr lang="en-US" sz="910" dirty="0"/>
          </a:p>
        </p:txBody>
      </p:sp>
      <p:sp>
        <p:nvSpPr>
          <p:cNvPr id="35" name="Text 33"/>
          <p:cNvSpPr/>
          <p:nvPr/>
        </p:nvSpPr>
        <p:spPr>
          <a:xfrm>
            <a:off x="566928" y="538581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{{capex_phase_2_scope_note}}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438912" y="6281928"/>
            <a:ext cx="11283696" cy="0"/>
          </a:xfrm>
          <a:prstGeom prst="line">
            <a:avLst/>
          </a:prstGeom>
          <a:noFill/>
          <a:ln w="12700">
            <a:solidFill>
              <a:srgbClr val="AFAFA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912" y="6391656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8C24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&amp; governance</a:t>
            </a:r>
            <a:endParaRPr lang="en-US" sz="840" dirty="0"/>
          </a:p>
        </p:txBody>
      </p:sp>
      <p:sp>
        <p:nvSpPr>
          <p:cNvPr id="38" name="Text 36"/>
          <p:cNvSpPr/>
          <p:nvPr/>
        </p:nvSpPr>
        <p:spPr>
          <a:xfrm>
            <a:off x="438912" y="6601968"/>
            <a:ext cx="11228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{{source_note}}  •  Actuals: {{actual_source_label}}  •  Forecast: {{forecast_source_label}}  •  {{period_label}}  •  {{entity_label}}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38912" y="6931152"/>
            <a:ext cx="11228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80" i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Warnings / data-quality notes: {{warnings}}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0" y="8001000"/>
            <a:ext cx="4572000" cy="411480"/>
          </a:xfrm>
          <a:prstGeom prst="rect">
            <a:avLst/>
          </a:prstGeom>
          <a:solidFill>
            <a:srgbClr val="006578"/>
          </a:solidFill>
          <a:ln w="12700">
            <a:solidFill>
              <a:srgbClr val="006578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0" y="8001000"/>
            <a:ext cx="2194560" cy="411480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0" y="8001000"/>
            <a:ext cx="2377440" cy="41148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4000" y="8001000"/>
            <a:ext cx="3047695" cy="411480"/>
          </a:xfrm>
          <a:prstGeom prst="rect">
            <a:avLst/>
          </a:prstGeom>
          <a:solidFill>
            <a:srgbClr val="F08A21"/>
          </a:solidFill>
          <a:ln w="12700">
            <a:solidFill>
              <a:srgbClr val="F08A21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8129016"/>
            <a:ext cx="5212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| Governed Enterprise Data | KPI Metrics Board</a:t>
            </a:r>
            <a:endParaRPr lang="en-US" sz="550" dirty="0"/>
          </a:p>
        </p:txBody>
      </p:sp>
      <p:sp>
        <p:nvSpPr>
          <p:cNvPr id="45" name="Text 43"/>
          <p:cNvSpPr/>
          <p:nvPr/>
        </p:nvSpPr>
        <p:spPr>
          <a:xfrm>
            <a:off x="10735056" y="808329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</a:t>
            </a:r>
            <a:endParaRPr lang="en-US" sz="9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LedgerLM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Metrics KPI Report Template</dc:title>
  <dc:subject>Editable governed KPI Metrics PowerPoint template</dc:subject>
  <dc:creator>LedgerLM</dc:creator>
  <cp:lastModifiedBy>LedgerLM</cp:lastModifiedBy>
  <cp:revision>1</cp:revision>
  <dcterms:created xsi:type="dcterms:W3CDTF">2026-08-21T14:53:19Z</dcterms:created>
  <dcterms:modified xsi:type="dcterms:W3CDTF">2026-08-21T14:53:19Z</dcterms:modified>
</cp:coreProperties>
</file>