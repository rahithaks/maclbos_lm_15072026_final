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8412480"/>
  <p:notesSz cx="841248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2834640" y="832104"/>
            <a:ext cx="804672" cy="438912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94640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77056" y="832104"/>
            <a:ext cx="804672" cy="438912"/>
          </a:xfrm>
          <a:prstGeom prst="rect">
            <a:avLst/>
          </a:prstGeom>
          <a:solidFill>
            <a:srgbClr val="EE9AB8"/>
          </a:solidFill>
          <a:ln w="12700">
            <a:solidFill>
              <a:srgbClr val="EE9AB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94640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19472" y="832104"/>
            <a:ext cx="804672" cy="43891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94640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61888" y="832104"/>
            <a:ext cx="804672" cy="438912"/>
          </a:xfrm>
          <a:prstGeom prst="rect">
            <a:avLst/>
          </a:prstGeom>
          <a:solidFill>
            <a:srgbClr val="59A587"/>
          </a:solidFill>
          <a:ln w="12700">
            <a:solidFill>
              <a:srgbClr val="59A58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94640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" y="1389888"/>
            <a:ext cx="11539728" cy="642823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4630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17830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566928" y="19842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{{budget_revenue_summary}}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{{budget_revenue_actual}} | Forecast: {{budget_revenue_forecast}} | Variance: {{budget_revenue_variance}}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429768" y="25420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566928" y="2743200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{{internal_utilization_summary}}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{{internal_utilization_actual}} | Forecast: {{internal_utilization_forecast}} | Variance: {{internal_utilization_variance}}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429768" y="32461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566928" y="3447288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{{external_utilization_summary}}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{{external_utilization_actual}} | Forecast: {{external_utilization_forecast}} | Variance: {{external_utilization_variance}}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429768" y="39502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(Internal + External):</a:t>
            </a:r>
            <a:endParaRPr lang="en-US" sz="910" dirty="0"/>
          </a:p>
        </p:txBody>
      </p:sp>
      <p:sp>
        <p:nvSpPr>
          <p:cNvPr id="30" name="Text 28"/>
          <p:cNvSpPr/>
          <p:nvPr/>
        </p:nvSpPr>
        <p:spPr>
          <a:xfrm>
            <a:off x="566928" y="415137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{{capacity_summary}}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{{capacity_actual}} | Forecast: {{capacity_forecast}} | Variance: {{capacity_variance}}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429768" y="465429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EBIT: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566928" y="485546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{{ebit_commentary_or_risk}}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438912" y="6281928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639165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438912" y="6601968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{{source_note}}  •  Actuals: {{actual_source_label}}  •  Forecast: {{forecast_source_label}}  •  {{period_label}}  •  {{entity_label}}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8912" y="6931152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{{warnings}}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Template</dc:title>
  <dc:subject>Editable governed KPI Metrics PowerPoint template</dc:subject>
  <dc:creator>LedgerLM</dc:creator>
  <cp:lastModifiedBy>LedgerLM</cp:lastModifiedBy>
  <cp:revision>1</cp:revision>
  <dcterms:created xsi:type="dcterms:W3CDTF">2026-08-21T13:09:55Z</dcterms:created>
  <dcterms:modified xsi:type="dcterms:W3CDTF">2026-08-21T13:09:55Z</dcterms:modified>
</cp:coreProperties>
</file>