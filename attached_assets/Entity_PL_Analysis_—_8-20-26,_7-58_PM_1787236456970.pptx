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BGSW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changed by ₹0 between the two selected quarter-end MTD periods.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7A8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1 more paragraph — see the PDF summary.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INR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 MTD vs May 2026 MTD · QoQ MTD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 MTD vs May 2026 MTD · QoQ MTD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170432"/>
          <a:ext cx="5504688" cy="4892040"/>
        </p:xfrm>
        <a:graphic>
          <a:graphicData uri="http://schemas.openxmlformats.org/drawingml/2006/table">
            <a:tbl>
              <a:tblPr/>
              <a:tblGrid>
                <a:gridCol w="1100938"/>
                <a:gridCol w="1100938"/>
                <a:gridCol w="1100938"/>
                <a:gridCol w="1100938"/>
                <a:gridCol w="1100938"/>
              </a:tblGrid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</a:rPr>
                        <a:t>Aug 2026 MTD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</a:rPr>
                        <a:t>May 2026 MTD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</a:rPr>
                        <a:t>CF05 MTD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</a:rPr>
                        <a:t>Dec 2025 YE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9798"/>
                    </a:solidFill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₹668,120,584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Employee Benefits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₹296,267,796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Outsourcing Cost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₹16,513,489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Consultancy Charges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₹16,223,525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CI Charges &amp; Other Revenue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₹8,708,940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Facilities Cost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₹6,601,261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Other Expenses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₹10,172,562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Total Expenses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₹638,901,860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EBIT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₹29,218,724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EBIT%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4.4%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End Capacity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2,530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Average Capacity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10" dirty="0">
                          <a:solidFill>
                            <a:srgbClr val="000000"/>
                          </a:solidFill>
                        </a:rPr>
                        <a:t>2,539</a:t>
                      </a:r>
                      <a:endParaRPr lang="en-US" sz="61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 MTD vs May 2026 MTD · QoQ MTD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30" dirty="0"/>
          </a:p>
        </p:txBody>
      </p:sp>
      <p:sp>
        <p:nvSpPr>
          <p:cNvPr id="10" name="Text 7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30" dirty="0"/>
          </a:p>
        </p:txBody>
      </p:sp>
      <p:sp>
        <p:nvSpPr>
          <p:cNvPr id="12" name="Text 9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640" dirty="0"/>
          </a:p>
        </p:txBody>
      </p:sp>
      <p:sp>
        <p:nvSpPr>
          <p:cNvPr id="16" name="Text 13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329184" y="6345936"/>
            <a:ext cx="7955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run from the selected Enterprise cube for BGSW.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2026-08-20T14:28:11Z</dcterms:created>
  <dcterms:modified xsi:type="dcterms:W3CDTF">2026-08-20T14:28:11Z</dcterms:modified>
</cp:coreProperties>
</file>