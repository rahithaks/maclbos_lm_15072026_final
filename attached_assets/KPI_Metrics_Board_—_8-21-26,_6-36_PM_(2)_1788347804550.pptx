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8412480"/>
  <p:notesSz cx="841248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3017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34640" y="832104"/>
            <a:ext cx="804672" cy="438912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946404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77056" y="832104"/>
            <a:ext cx="804672" cy="438912"/>
          </a:xfrm>
          <a:prstGeom prst="rect">
            <a:avLst/>
          </a:prstGeom>
          <a:solidFill>
            <a:srgbClr val="EE9AB8"/>
          </a:solidFill>
          <a:ln w="12700">
            <a:solidFill>
              <a:srgbClr val="EE9AB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77056" y="946404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19472" y="832104"/>
            <a:ext cx="804672" cy="43891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946404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61888" y="832104"/>
            <a:ext cx="804672" cy="438912"/>
          </a:xfrm>
          <a:prstGeom prst="rect">
            <a:avLst/>
          </a:prstGeom>
          <a:solidFill>
            <a:srgbClr val="59A587"/>
          </a:solidFill>
          <a:ln w="12700">
            <a:solidFill>
              <a:srgbClr val="59A58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61888" y="946404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9184" y="1389888"/>
            <a:ext cx="11539728" cy="642823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4630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1472184"/>
            <a:ext cx="5074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KPI selection  •  Forecast: As selected  •  Actual vs forecast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29768" y="1783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/ Revenue: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594360" y="198424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4.94 mUSD · Forecast 908.29 mUSD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94360" y="2203704"/>
            <a:ext cx="10835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-903.36 mUSD · -99.5%</a:t>
            </a:r>
            <a:endParaRPr lang="en-US" sz="670" dirty="0"/>
          </a:p>
        </p:txBody>
      </p:sp>
      <p:sp>
        <p:nvSpPr>
          <p:cNvPr id="24" name="Text 22"/>
          <p:cNvSpPr/>
          <p:nvPr/>
        </p:nvSpPr>
        <p:spPr>
          <a:xfrm>
            <a:off x="429768" y="272491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Utilization:</a:t>
            </a:r>
            <a:endParaRPr lang="en-US" sz="910" dirty="0"/>
          </a:p>
        </p:txBody>
      </p:sp>
      <p:sp>
        <p:nvSpPr>
          <p:cNvPr id="25" name="Text 23"/>
          <p:cNvSpPr/>
          <p:nvPr/>
        </p:nvSpPr>
        <p:spPr>
          <a:xfrm>
            <a:off x="594360" y="2926080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90.3% · Forecast 93.0%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594360" y="3145536"/>
            <a:ext cx="10835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-2.7% · -2.9%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429768" y="36667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Utilization: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594360" y="3867912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45.5% · Forecast 100.0%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594360" y="4087368"/>
            <a:ext cx="10835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-54.5% · -54.5%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429768" y="46085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</a:t>
            </a:r>
            <a:endParaRPr lang="en-US" sz="910" dirty="0"/>
          </a:p>
        </p:txBody>
      </p:sp>
      <p:sp>
        <p:nvSpPr>
          <p:cNvPr id="31" name="Text 29"/>
          <p:cNvSpPr/>
          <p:nvPr/>
        </p:nvSpPr>
        <p:spPr>
          <a:xfrm>
            <a:off x="594360" y="4809744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2,512.2 · Forecast 28,122.8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594360" y="5029200"/>
            <a:ext cx="10835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-25,610.6 · -91.1%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438912" y="5669280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579729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438912" y="6007608"/>
            <a:ext cx="11228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Actuals: governed source  •  Forecast: governed source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38912" y="6291072"/>
            <a:ext cx="11228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No data-quality warnings returned by the governed KPI service.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438912" y="6885432"/>
            <a:ext cx="11228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generated 8/21/2026, 6:36:21 PM · LedgerLM KPI Metrics Board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2026-08-21T13:24:51Z</dcterms:created>
  <dcterms:modified xsi:type="dcterms:W3CDTF">2026-08-21T13:24:51Z</dcterms:modified>
</cp:coreProperties>
</file>